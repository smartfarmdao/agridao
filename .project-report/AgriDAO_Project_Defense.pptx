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AgriDAO – Project Defense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Decentralized Agricultural Ecosystem for Transparent Provenance and Ethical Financing Using Blockchain</a:t>
            </a:r>
          </a:p>
          <a:p/>
          <a:p>
            <a:r>
              <a:t>Md. Riajur Rahman</a:t>
            </a:r>
          </a:p>
          <a:p>
            <a:r>
              <a:t>MSc in CSE, Jagannath University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Agriculture is vital to developing economies</a:t>
            </a:r>
          </a:p>
          <a:p>
            <a:r>
              <a:t>• Farmers face middleman exploitation</a:t>
            </a:r>
          </a:p>
          <a:p>
            <a:r>
              <a:t>• Consumers lack trust in product origin</a:t>
            </a:r>
          </a:p>
          <a:p>
            <a:r>
              <a:t>• Need for transparent, decentralized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supply chains are opaque</a:t>
            </a:r>
          </a:p>
          <a:p>
            <a:r>
              <a:t>• Data can be manipulated</a:t>
            </a:r>
          </a:p>
          <a:p>
            <a:r>
              <a:t>• Interest-based financing excludes farmers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Blockchain-based provenance</a:t>
            </a:r>
          </a:p>
          <a:p>
            <a:r>
              <a:t>• DAO-driven governance</a:t>
            </a:r>
          </a:p>
          <a:p>
            <a:r>
              <a:t>• Escrow-backed marketplace</a:t>
            </a:r>
          </a:p>
          <a:p>
            <a:r>
              <a:t>• Scalable hybrid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 – AgriDAO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Farm-to-Fork traceability</a:t>
            </a:r>
          </a:p>
          <a:p>
            <a:r>
              <a:t>• Ethical financing</a:t>
            </a:r>
          </a:p>
          <a:p>
            <a:r>
              <a:t>• Smart contract escrow</a:t>
            </a:r>
          </a:p>
          <a:p>
            <a:r>
              <a:t>• Community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Client: React + Web3 Wallets</a:t>
            </a:r>
          </a:p>
          <a:p>
            <a:r>
              <a:t>• Backend: FastAPI</a:t>
            </a:r>
          </a:p>
          <a:p>
            <a:r>
              <a:t>• Data: PostgreSQL + Ethereum Sepolia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React, Tailwind</a:t>
            </a:r>
          </a:p>
          <a:p>
            <a:r>
              <a:t>Backend: FastAPI, SQLModel</a:t>
            </a:r>
          </a:p>
          <a:p>
            <a:r>
              <a:t>Blockchain: Ethereum Sepolia</a:t>
            </a:r>
          </a:p>
          <a:p>
            <a:r>
              <a:t>Deployment: AWS Lightsail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AgriDAO.sol: Governance &amp; provenance</a:t>
            </a:r>
          </a:p>
          <a:p>
            <a:r>
              <a:t>MarketplaceEscrow.sol: Secure transactions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stored off-chain</a:t>
            </a:r>
          </a:p>
          <a:p>
            <a:r>
              <a:t>• Hash stored on-chain</a:t>
            </a:r>
          </a:p>
          <a:p>
            <a:r>
              <a:t>• Low cost &amp; tamper-proof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Marketplace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Farmer lists product</a:t>
            </a:r>
          </a:p>
          <a:p>
            <a:r>
              <a:t>2. Buyer pays escrow</a:t>
            </a:r>
          </a:p>
          <a:p>
            <a:r>
              <a:t>3. Delivery</a:t>
            </a:r>
          </a:p>
          <a:p>
            <a:r>
              <a:t>4. Confirmation</a:t>
            </a:r>
          </a:p>
          <a:p>
            <a:r>
              <a:t>5. Fund release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DB query: ~250ms</a:t>
            </a:r>
          </a:p>
          <a:p>
            <a:r>
              <a:t>• With Redis cache: &lt;40ms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Site:</a:t>
            </a:r>
          </a:p>
          <a:p>
            <a:r>
              <a:t>https://agridao.cloudninjabd.com</a:t>
            </a:r>
          </a:p>
          <a:p/>
          <a:p>
            <a:r>
              <a:t>GitHub:</a:t>
            </a:r>
          </a:p>
          <a:p>
            <a:r>
              <a:t>https://github.com/SmartFarmDAO/AgriDAO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Web2/Web3 architecture</a:t>
            </a:r>
          </a:p>
          <a:p>
            <a:r>
              <a:t>• DAO in agriculture</a:t>
            </a:r>
          </a:p>
          <a:p>
            <a:r>
              <a:t>• Ethical financing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Testnet only</a:t>
            </a:r>
          </a:p>
          <a:p>
            <a:r>
              <a:t>• Regulatory challenges</a:t>
            </a:r>
          </a:p>
          <a:p>
            <a:r>
              <a:t>• Limited field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yield prediction</a:t>
            </a:r>
          </a:p>
          <a:p>
            <a:r>
              <a:t>• Carbon credit tokens</a:t>
            </a:r>
          </a:p>
          <a:p>
            <a:r>
              <a:t>• Mobile apps</a:t>
            </a:r>
          </a:p>
          <a:p>
            <a:r>
              <a:t>• Mainnet launch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AgriDAO demonstrates practical blockchain use in agriculture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