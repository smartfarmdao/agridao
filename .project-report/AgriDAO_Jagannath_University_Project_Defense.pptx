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AgriDAO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Decentralized Agricultural Ecosystem for Transparent Provenance</a:t>
            </a:r>
          </a:p>
          <a:p>
            <a:r>
              <a:t>and Ethical Financing Using Blockchain</a:t>
            </a:r>
          </a:p>
          <a:p/>
          <a:p>
            <a:r>
              <a:t>Md. Riajur Rahman</a:t>
            </a:r>
          </a:p>
          <a:p>
            <a:r>
              <a:t>Student ID: M240105051</a:t>
            </a:r>
          </a:p>
          <a:p>
            <a:r>
              <a:t>MSc in Computer Science &amp; Engineering</a:t>
            </a:r>
          </a:p>
          <a:p>
            <a:r>
              <a:t>Jagannath University</a:t>
            </a:r>
          </a:p>
          <a:p/>
          <a:p>
            <a:r>
              <a:t>Supervisor: Professor Dr. Selina Sharmin</a:t>
            </a:r>
          </a:p>
          <a:p>
            <a:r>
              <a:t>January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Agriculture is a key sector of Bangladesh</a:t>
            </a:r>
          </a:p>
          <a:p>
            <a:r>
              <a:t>• Farmers suffer from lack of transparency</a:t>
            </a:r>
          </a:p>
          <a:p>
            <a:r>
              <a:t>• Dependence on middlemen and interest-based financing</a:t>
            </a:r>
          </a:p>
          <a:p>
            <a:r>
              <a:t>• Need for a secure, transparent digital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agricultural systems lack trust</a:t>
            </a:r>
          </a:p>
          <a:p>
            <a:r>
              <a:t>• Data manipulation is possible</a:t>
            </a:r>
          </a:p>
          <a:p>
            <a:r>
              <a:t>• Small farmers lack fair access to 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Ensure transparent product provenance using blockchain</a:t>
            </a:r>
          </a:p>
          <a:p>
            <a:r>
              <a:t>• Introduce DAO-based community governance</a:t>
            </a:r>
          </a:p>
          <a:p>
            <a:r>
              <a:t>• Enable secure escrow-based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AgriDAO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Blockchain-backed farm-to-fork traceability</a:t>
            </a:r>
          </a:p>
          <a:p>
            <a:r>
              <a:t>• Ethical and interest-free transactions</a:t>
            </a:r>
          </a:p>
          <a:p>
            <a:r>
              <a:t>• Decentralized governance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+ Web3 Wallets</a:t>
            </a:r>
          </a:p>
          <a:p>
            <a:r>
              <a:t>• Backend: FastAPI (Async)</a:t>
            </a:r>
          </a:p>
          <a:p>
            <a:r>
              <a:t>• Database: PostgreSQL</a:t>
            </a:r>
          </a:p>
          <a:p>
            <a:r>
              <a:t>• Blockchain: Ethereum Sepolia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React, Tailwind CSS</a:t>
            </a:r>
          </a:p>
          <a:p>
            <a:r>
              <a:t>• Backend: FastAPI, SQLModel, Redis</a:t>
            </a:r>
          </a:p>
          <a:p>
            <a:r>
              <a:t>• Smart Contracts: Solidity</a:t>
            </a:r>
          </a:p>
          <a:p>
            <a:r>
              <a:t>• Deployment: AWS Lightsail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AgriDAO.sol – Governance &amp; provenance anchoring</a:t>
            </a:r>
          </a:p>
          <a:p>
            <a:r>
              <a:t>• MarketplaceEscrow.sol – Secure buyer-seller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Provenance &amp;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metadata stored off-chain</a:t>
            </a:r>
          </a:p>
          <a:p>
            <a:r>
              <a:t>• Cryptographic hash stored on blockchain</a:t>
            </a:r>
          </a:p>
          <a:p>
            <a:r>
              <a:t>• Ensures immutability with low gas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Marketplace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Farmer lists product</a:t>
            </a:r>
          </a:p>
          <a:p>
            <a:r>
              <a:t>2. Buyer deposits funds into escrow</a:t>
            </a:r>
          </a:p>
          <a:p>
            <a:r>
              <a:t>3. Product delivery</a:t>
            </a:r>
          </a:p>
          <a:p>
            <a:r>
              <a:t>4. Buyer confirmation</a:t>
            </a:r>
          </a:p>
          <a:p>
            <a:r>
              <a:t>5. Payment released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Database-only query: ~250 ms</a:t>
            </a:r>
          </a:p>
          <a:p>
            <a:r>
              <a:t>• With Redis caching: &lt; 40 ms</a:t>
            </a:r>
          </a:p>
          <a:p>
            <a:r>
              <a:t>• Smooth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Live System: https://agridao.cloudninjabd.com</a:t>
            </a:r>
          </a:p>
          <a:p>
            <a:r>
              <a:t>• GitHub: https://github.com/SmartFarmDAO/AgriDAO</a:t>
            </a:r>
          </a:p>
          <a:p>
            <a:r>
              <a:t>• Deployed on AWS Lightsail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Practical hybrid Web2/Web3 architecture</a:t>
            </a:r>
          </a:p>
          <a:p>
            <a:r>
              <a:t>• DAO-based agricultural governance</a:t>
            </a:r>
          </a:p>
          <a:p>
            <a:r>
              <a:t>• Ethical digital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Operates on Ethereum testnet</a:t>
            </a:r>
          </a:p>
          <a:p>
            <a:r>
              <a:t>• Regulatory and adoption challenges</a:t>
            </a:r>
          </a:p>
          <a:p>
            <a:r>
              <a:t>• Limited real-world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AI-based crop yield prediction</a:t>
            </a:r>
          </a:p>
          <a:p>
            <a:r>
              <a:t>• Carbon credit tokenization</a:t>
            </a:r>
          </a:p>
          <a:p>
            <a:r>
              <a:t>• Mobile application development</a:t>
            </a:r>
          </a:p>
          <a:p>
            <a:r>
              <a:t>• Mainnet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AgriDAO demonstrates how blockchain can enhance</a:t>
            </a:r>
          </a:p>
          <a:p>
            <a:r>
              <a:t>transparency, trust, and fairness in agriculture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Department of Computer Science &amp; Engineering | Jagannath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